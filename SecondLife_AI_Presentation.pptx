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SecondLife AI</a:t>
            </a:r>
          </a:p>
          <a:p>
            <a:pPr>
              <a:spcBef>
                <a:spcPts val="1200"/>
              </a:spcBef>
              <a:defRPr sz="2000">
                <a:solidFill>
                  <a:srgbClr val="059669"/>
                </a:solidFill>
              </a:defRPr>
            </a:pPr>
            <a:r>
              <a:t>AI-Powered Sustainable Asset Recycling &amp; Waste Reduction Platform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</a:defRPr>
            </a:pPr>
            <a:r>
              <a:t>Automated item classification, material circularity scoring, condition assessment, and community sharing to support global UN Sustainable Development Goals.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76072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Presented by SecondLife AI Project Team • Powered by React, FastAPI &amp; PyTorch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CORE PURPOSE &amp; GLOBAL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Project Name &amp; Aligned UN Sustainable Development Goals (SDGs)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PROJECT NAME</a:t>
            </a:r>
          </a:p>
          <a:p>
            <a:pPr>
              <a:spcBef>
                <a:spcPts val="400"/>
              </a:spcBef>
              <a:defRPr sz="2800" b="1">
                <a:solidFill>
                  <a:srgbClr val="1E293B"/>
                </a:solidFill>
              </a:defRPr>
            </a:pPr>
            <a:r>
              <a:t>SecondLife AI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Vision Statement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To eliminate unnecessary landfill disposal by equipping individuals and communities with instant artificial intelligence tools to classify, repair, reuse, or recycle household items.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Target Impact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Substantial waste diversion</a:t>
            </a:r>
            <a:br/>
            <a:r>
              <a:t>• Lifetime product extension</a:t>
            </a:r>
            <a:br/>
            <a:r>
              <a:t>• Local community sharing</a:t>
            </a:r>
            <a:br/>
            <a:r>
              <a:t>• Closed-loop circular 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7071055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8350F"/>
                </a:solidFill>
              </a:defRPr>
            </a:pPr>
            <a:r>
              <a:t>PRIMARY FOCUS • UN SDG 12: RESPONSIBLE CONSUMPTION &amp; PRODUCTION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Target 12.5: Substantially reduce waste generation through prevention, reduction, recycling, and reuse.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SecondLife AI gives users immediate, actionable guidance on what to do with unwanted items instead of throwing them into landfills, maximizing material circularity.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70710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SUPPORTING GOAL • UN SDG 11: SUSTAINABLE CITIES &amp; COMMUNITIES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Target 11.6: Reduce the adverse per capita environmental impact of cities, including municipal waste management.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Household waste segregation and local item sharing directly reduce municipal solid waste burdens and foster cleaner, more resilient urban communities.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754880"/>
            <a:ext cx="70710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SUPPORTING GOAL • UN SDG 13: CLIMATE ACTION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Target 13.3: Improve education and awareness on climate change mitigation.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Extending item lifespans and recycling scrap materials avoids upstream industrial carbon emissions and prevents organic paper/cardboard landfill methane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CHALLENGES &amp; 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Problem Statement &amp; SecondLife AI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2000" b="1">
                <a:solidFill>
                  <a:srgbClr val="1E293B"/>
                </a:solidFill>
              </a:defRPr>
            </a:pPr>
            <a:r>
              <a:t>Linear 'Take-Make-Dispose' Economy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Millions of usable household items are dumped into landfills annually due to lack of immediate disposal guidance.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Consumers struggle to determine whether an item can be repaired, donated, upcycled, or recycled.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Improper category classification leads to contaminated recycling streams and missed donation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OUR SOLUTION</a:t>
            </a:r>
          </a:p>
          <a:p>
            <a:pPr>
              <a:spcBef>
                <a:spcPts val="600"/>
              </a:spcBef>
              <a:defRPr sz="2000" b="1">
                <a:solidFill>
                  <a:srgbClr val="1E293B"/>
                </a:solidFill>
              </a:defRPr>
            </a:pPr>
            <a:r>
              <a:t>SecondLife AI Circular Platform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1. AI Image &amp; Text Classifier: Instantly normalizes items into 8 core categories (Electronics, Clothing, Paper, Plastic, Glass, Metal, Furniture, Other).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2. Condition-Aware Recommendation Engine: Evaluates item state (Good, Fair, Damaged, Not usable) to suggest Repair, Reuse, Donation, or Scrap Recycling.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3. Digital Provenance &amp; QR Tagging: Generates printable QR tags and item certificates for transparent community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USER INTERFACE &amp;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Platform Landing &amp; Navigation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KEY INTERFACE FEATURES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</a:defRPr>
            </a:pPr>
            <a:r>
              <a:t>Modern &amp; Accessible Design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Hero Banner: Quick action buttons for uploading items or viewing SDG impact metrics.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Fast Navigation: Direct access to Analyzer, 100-Item History, Dashboard, and Educational resources.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Responsive Layout: Built with Tailwind CSS for seamless mobile and desktop accessibility.</a:t>
            </a:r>
          </a:p>
        </p:txBody>
      </p:sp>
      <p:pic>
        <p:nvPicPr>
          <p:cNvPr id="6" name="Picture 5" descr="home_page_1789806908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ARTIFICIAL INTELLIGENCE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AI Item Analyzer &amp; Category Correction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AI CLASSIFICATION PIPELINE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</a:defRPr>
            </a:pPr>
            <a:r>
              <a:t>Dual Heuristic &amp; Vision Model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MobileNetV2 Vision Model: Analyzes uploaded image features with PyTorch inference.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Category Normalization: Maps inputs cleanly into 8 standard target categories.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Category Correction Modal: Allows user to override AI detection with instant state sync.</a:t>
            </a:r>
          </a:p>
        </p:txBody>
      </p:sp>
      <p:pic>
        <p:nvPicPr>
          <p:cNvPr id="6" name="Picture 5" descr="analyze_page_1789806987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ASSET TRACKING &amp; CIRCULAR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Printable QR Tag &amp; Provenance Certificate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631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01. QR TAG GENERATION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High-Res QR Server API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Generates scannable QR tags encoding item ID, title, and provenance link.</a:t>
            </a:r>
            <a:br/>
            <a:br/>
            <a:r>
              <a:t>• Designed for physical printout on standard label printers to stick onto recycled/donated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46304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233" y="1645920"/>
            <a:ext cx="296631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02. DIGITAL PROVENANCE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Item Passport &amp; History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Verifies item authenticity, material category, and AI circularity score.</a:t>
            </a:r>
            <a:br/>
            <a:br/>
            <a:r>
              <a:t>• Builds trust between donors, charities, and second-hand buyers.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7" y="146304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067" y="1645920"/>
            <a:ext cx="296631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03. CIRCULAR HANDOFF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Print &amp; Tag Utility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Integrated Modal: Features instant 'Print Tag &amp; Certificate' dialog window across Analyze, History, and Item Detail pages.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DATA ARCHITECTURE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100-Item Analyzed History &amp; SQLite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DATABASE ARCHITECTURE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</a:defRPr>
            </a:pPr>
            <a:r>
              <a:t>Persistent SQLite Database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Database File: SQLite 3 engine located at backend/secondlife.db.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100 Seeded Item Records: Complete with realistic condition balance (Damaged: 28, Fair: 28, Good: 29, Not usable: 11, Excellent: 4).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Interactive Filtering: Search by keyword, filter by category, or sort by circularity score.</a:t>
            </a:r>
          </a:p>
        </p:txBody>
      </p:sp>
      <p:pic>
        <p:nvPicPr>
          <p:cNvPr id="6" name="Picture 5" descr="history_page_17898070114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ANALYTICS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Sustainability Dashboard &amp; Circularity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ANALYTICS &amp; METRICS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</a:defRPr>
            </a:pPr>
            <a:r>
              <a:t>Circularity Scoring (0-100)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Circularity Index: Evaluates item reusability, material recyclability, and repair potential.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Visual KPI Cards: Real-time tracking of total items analyzed, waste diverted, and donations.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Category Distribution: Interactive visual breakdown across all 8 target categories.</a:t>
            </a:r>
          </a:p>
        </p:txBody>
      </p:sp>
      <p:pic>
        <p:nvPicPr>
          <p:cNvPr id="6" name="Picture 5" descr="dashboard_page_1789807034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ACADEMIC INTEGRITY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UN Sustainable Development Goals Mapping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SDG IMPACT PAGE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</a:defRPr>
            </a:pPr>
            <a:r>
              <a:t>Transparent Framework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Dedicated SDG Page: Full breakdown of SDG 12, SDG 11, and SDG 13 targets.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Material Energy Savings: Highlights facts like 95% energy saved by recycling aluminum.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Academic Integrity: Explains qualitative impact scoring without claiming unverified carbon metrics.</a:t>
            </a:r>
          </a:p>
        </p:txBody>
      </p:sp>
      <p:pic>
        <p:nvPicPr>
          <p:cNvPr id="6" name="Picture 5" descr="sdg_impact_page_1789806964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TECHNOLOGY &amp;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Technical Architecture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TECHNOLOGY STACK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Frontend: React 18, Vite, Tailwind CSS, Lucide Icons, React Router.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Backend API: FastAPI (Python 3), Uvicorn ASGI Server, CORS Middleware.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AI Engine: PyTorch MobileNetV2 Vision Model + Word-Boundary Keyword Normalization.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Database &amp; Services: SQLite 3 Engine (`secondlife.db`), QR Server API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FUTURE ROADMAP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1. Geolocation Recycling Map: Integrate OpenStreetMap / Leaflet to display nearest drop-off centers.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2. Community Marketplace API: Direct P2P item donation and second-hand exchange listing.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3. IoT Smart Sorting Bins: Connect camera modules to physical waste sorting bins for automatic item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